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86" r:id="rId5"/>
    <p:sldId id="288" r:id="rId6"/>
    <p:sldId id="297" r:id="rId7"/>
    <p:sldId id="299" r:id="rId8"/>
    <p:sldId id="335" r:id="rId9"/>
    <p:sldId id="302" r:id="rId10"/>
    <p:sldId id="303" r:id="rId11"/>
    <p:sldId id="336" r:id="rId12"/>
    <p:sldId id="283" r:id="rId1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9F7B026-CE2F-4224-A6C5-320022AC1AFE}">
          <p14:sldIdLst>
            <p14:sldId id="286"/>
            <p14:sldId id="288"/>
            <p14:sldId id="297"/>
            <p14:sldId id="299"/>
            <p14:sldId id="335"/>
            <p14:sldId id="302"/>
            <p14:sldId id="303"/>
            <p14:sldId id="336"/>
          </p14:sldIdLst>
        </p14:section>
        <p14:section name="Connection Roles" id="{836CF112-DCC4-4E01-BABC-894534D35B92}">
          <p14:sldIdLst/>
        </p14:section>
        <p14:section name="ERD" id="{7B660EA4-751D-4421-A380-5A4F2A6EB8D1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9DFE1B-BEF0-85FF-4FFE-2CD57F4B424D}" name="Deepthi Gorthy" initials="DG" userId="S::v-dgorthy@microsoft.com::8dd46def-e6da-426e-975e-0994418707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CFDBF0"/>
    <a:srgbClr val="FFEFBD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8EF44E-77B8-A2C9-2BAC-0A7BE512CBF7}" v="31" dt="2022-01-25T10:07:24.642"/>
    <p1510:client id="{58013D17-C0D6-490C-A35C-49A36A2A5DC0}" v="43" dt="2022-01-25T23:43:30.7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thi Gorthy" userId="8dd46def-e6da-426e-975e-099441870756" providerId="ADAL" clId="{7C627ABB-F0F5-46D2-95BC-D57F0FE6E7A8}"/>
    <pc:docChg chg="modSld">
      <pc:chgData name="Deepthi Gorthy" userId="8dd46def-e6da-426e-975e-099441870756" providerId="ADAL" clId="{7C627ABB-F0F5-46D2-95BC-D57F0FE6E7A8}" dt="2022-01-25T10:08:07.501" v="2" actId="14100"/>
      <pc:docMkLst>
        <pc:docMk/>
      </pc:docMkLst>
      <pc:sldChg chg="addSp modSp mod">
        <pc:chgData name="Deepthi Gorthy" userId="8dd46def-e6da-426e-975e-099441870756" providerId="ADAL" clId="{7C627ABB-F0F5-46D2-95BC-D57F0FE6E7A8}" dt="2022-01-25T10:08:07.501" v="2" actId="14100"/>
        <pc:sldMkLst>
          <pc:docMk/>
          <pc:sldMk cId="279768030" sldId="283"/>
        </pc:sldMkLst>
        <pc:picChg chg="add mod">
          <ac:chgData name="Deepthi Gorthy" userId="8dd46def-e6da-426e-975e-099441870756" providerId="ADAL" clId="{7C627ABB-F0F5-46D2-95BC-D57F0FE6E7A8}" dt="2022-01-25T10:08:07.501" v="2" actId="14100"/>
          <ac:picMkLst>
            <pc:docMk/>
            <pc:sldMk cId="279768030" sldId="283"/>
            <ac:picMk id="3" creationId="{1C9DB8AD-003D-460C-A27A-53CA1BDC7433}"/>
          </ac:picMkLst>
        </pc:picChg>
      </pc:sldChg>
    </pc:docChg>
  </pc:docChgLst>
  <pc:docChgLst>
    <pc:chgData name="Anoop Kheerwal" userId="e4267b4f-c264-4f5f-8a96-44ebb4e08a05" providerId="ADAL" clId="{70F74781-8AF1-4FF4-AE19-420C215FE579}"/>
    <pc:docChg chg="addSld delSld modSection">
      <pc:chgData name="Anoop Kheerwal" userId="e4267b4f-c264-4f5f-8a96-44ebb4e08a05" providerId="ADAL" clId="{70F74781-8AF1-4FF4-AE19-420C215FE579}" dt="2021-08-09T23:55:42.317" v="2" actId="47"/>
      <pc:docMkLst>
        <pc:docMk/>
      </pc:docMkLst>
      <pc:sldChg chg="del">
        <pc:chgData name="Anoop Kheerwal" userId="e4267b4f-c264-4f5f-8a96-44ebb4e08a05" providerId="ADAL" clId="{70F74781-8AF1-4FF4-AE19-420C215FE579}" dt="2021-08-09T23:55:42.317" v="2" actId="47"/>
        <pc:sldMkLst>
          <pc:docMk/>
          <pc:sldMk cId="3045489742" sldId="339"/>
        </pc:sldMkLst>
      </pc:sldChg>
      <pc:sldChg chg="del">
        <pc:chgData name="Anoop Kheerwal" userId="e4267b4f-c264-4f5f-8a96-44ebb4e08a05" providerId="ADAL" clId="{70F74781-8AF1-4FF4-AE19-420C215FE579}" dt="2021-08-09T23:55:40.109" v="1" actId="47"/>
        <pc:sldMkLst>
          <pc:docMk/>
          <pc:sldMk cId="1770436510" sldId="340"/>
        </pc:sldMkLst>
      </pc:sldChg>
      <pc:sldChg chg="add">
        <pc:chgData name="Anoop Kheerwal" userId="e4267b4f-c264-4f5f-8a96-44ebb4e08a05" providerId="ADAL" clId="{70F74781-8AF1-4FF4-AE19-420C215FE579}" dt="2021-08-09T23:55:37.961" v="0" actId="22"/>
        <pc:sldMkLst>
          <pc:docMk/>
          <pc:sldMk cId="3667382784" sldId="341"/>
        </pc:sldMkLst>
      </pc:sldChg>
    </pc:docChg>
  </pc:docChgLst>
  <pc:docChgLst>
    <pc:chgData name="Deepthi Gorthy (HCL TECHNOLOGIES)" userId="S::v-dgorthy@microsoft.com::8dd46def-e6da-426e-975e-099441870756" providerId="AD" clId="Web-{98AB2BEC-60FE-058B-0EA7-FEC0201D9942}"/>
    <pc:docChg chg="addSld modSld modSection">
      <pc:chgData name="Deepthi Gorthy (HCL TECHNOLOGIES)" userId="S::v-dgorthy@microsoft.com::8dd46def-e6da-426e-975e-099441870756" providerId="AD" clId="Web-{98AB2BEC-60FE-058B-0EA7-FEC0201D9942}" dt="2022-01-20T08:28:34.604" v="88"/>
      <pc:docMkLst>
        <pc:docMk/>
      </pc:docMkLst>
      <pc:sldChg chg="modSp">
        <pc:chgData name="Deepthi Gorthy (HCL TECHNOLOGIES)" userId="S::v-dgorthy@microsoft.com::8dd46def-e6da-426e-975e-099441870756" providerId="AD" clId="Web-{98AB2BEC-60FE-058B-0EA7-FEC0201D9942}" dt="2022-01-20T08:28:34.604" v="88"/>
        <pc:sldMkLst>
          <pc:docMk/>
          <pc:sldMk cId="1940695399" sldId="303"/>
        </pc:sldMkLst>
        <pc:spChg chg="mod">
          <ac:chgData name="Deepthi Gorthy (HCL TECHNOLOGIES)" userId="S::v-dgorthy@microsoft.com::8dd46def-e6da-426e-975e-099441870756" providerId="AD" clId="Web-{98AB2BEC-60FE-058B-0EA7-FEC0201D9942}" dt="2022-01-20T08:26:55.272" v="9" actId="20577"/>
          <ac:spMkLst>
            <pc:docMk/>
            <pc:sldMk cId="1940695399" sldId="303"/>
            <ac:spMk id="4" creationId="{C07C45B8-4983-4FFB-BD8B-B2F43686E476}"/>
          </ac:spMkLst>
        </pc:spChg>
        <pc:graphicFrameChg chg="mod modGraphic">
          <ac:chgData name="Deepthi Gorthy (HCL TECHNOLOGIES)" userId="S::v-dgorthy@microsoft.com::8dd46def-e6da-426e-975e-099441870756" providerId="AD" clId="Web-{98AB2BEC-60FE-058B-0EA7-FEC0201D9942}" dt="2022-01-20T08:28:34.604" v="88"/>
          <ac:graphicFrameMkLst>
            <pc:docMk/>
            <pc:sldMk cId="1940695399" sldId="303"/>
            <ac:graphicFrameMk id="14" creationId="{42BC281D-59CA-447C-9B7C-C15927A39405}"/>
          </ac:graphicFrameMkLst>
        </pc:graphicFrameChg>
      </pc:sldChg>
      <pc:sldChg chg="add replId">
        <pc:chgData name="Deepthi Gorthy (HCL TECHNOLOGIES)" userId="S::v-dgorthy@microsoft.com::8dd46def-e6da-426e-975e-099441870756" providerId="AD" clId="Web-{98AB2BEC-60FE-058B-0EA7-FEC0201D9942}" dt="2022-01-20T08:26:48.600" v="0"/>
        <pc:sldMkLst>
          <pc:docMk/>
          <pc:sldMk cId="2084833076" sldId="336"/>
        </pc:sldMkLst>
      </pc:sldChg>
    </pc:docChg>
  </pc:docChgLst>
  <pc:docChgLst>
    <pc:chgData name="Amandeep Singh" userId="192f9da3-bd5c-42c3-8f41-80b8549e6782" providerId="ADAL" clId="{58013D17-C0D6-490C-A35C-49A36A2A5DC0}"/>
    <pc:docChg chg="undo custSel delSld modSld modSection">
      <pc:chgData name="Amandeep Singh" userId="192f9da3-bd5c-42c3-8f41-80b8549e6782" providerId="ADAL" clId="{58013D17-C0D6-490C-A35C-49A36A2A5DC0}" dt="2022-01-26T00:24:36.926" v="113" actId="2165"/>
      <pc:docMkLst>
        <pc:docMk/>
      </pc:docMkLst>
      <pc:sldChg chg="modSp mod">
        <pc:chgData name="Amandeep Singh" userId="192f9da3-bd5c-42c3-8f41-80b8549e6782" providerId="ADAL" clId="{58013D17-C0D6-490C-A35C-49A36A2A5DC0}" dt="2022-01-25T23:15:49.960" v="2" actId="14734"/>
        <pc:sldMkLst>
          <pc:docMk/>
          <pc:sldMk cId="391980474" sldId="288"/>
        </pc:sldMkLst>
        <pc:graphicFrameChg chg="modGraphic">
          <ac:chgData name="Amandeep Singh" userId="192f9da3-bd5c-42c3-8f41-80b8549e6782" providerId="ADAL" clId="{58013D17-C0D6-490C-A35C-49A36A2A5DC0}" dt="2022-01-25T23:15:49.960" v="2" actId="14734"/>
          <ac:graphicFrameMkLst>
            <pc:docMk/>
            <pc:sldMk cId="391980474" sldId="288"/>
            <ac:graphicFrameMk id="14" creationId="{95A951F2-E612-4A89-9DEC-D2EC6ECF0E1A}"/>
          </ac:graphicFrameMkLst>
        </pc:graphicFrameChg>
      </pc:sldChg>
      <pc:sldChg chg="del">
        <pc:chgData name="Amandeep Singh" userId="192f9da3-bd5c-42c3-8f41-80b8549e6782" providerId="ADAL" clId="{58013D17-C0D6-490C-A35C-49A36A2A5DC0}" dt="2022-01-20T05:17:44.568" v="0" actId="2696"/>
        <pc:sldMkLst>
          <pc:docMk/>
          <pc:sldMk cId="234365872" sldId="301"/>
        </pc:sldMkLst>
      </pc:sldChg>
      <pc:sldChg chg="modSp">
        <pc:chgData name="Amandeep Singh" userId="192f9da3-bd5c-42c3-8f41-80b8549e6782" providerId="ADAL" clId="{58013D17-C0D6-490C-A35C-49A36A2A5DC0}" dt="2022-01-25T23:16:50.038" v="5"/>
        <pc:sldMkLst>
          <pc:docMk/>
          <pc:sldMk cId="3226864652" sldId="302"/>
        </pc:sldMkLst>
        <pc:graphicFrameChg chg="mod">
          <ac:chgData name="Amandeep Singh" userId="192f9da3-bd5c-42c3-8f41-80b8549e6782" providerId="ADAL" clId="{58013D17-C0D6-490C-A35C-49A36A2A5DC0}" dt="2022-01-25T23:16:50.038" v="5"/>
          <ac:graphicFrameMkLst>
            <pc:docMk/>
            <pc:sldMk cId="3226864652" sldId="302"/>
            <ac:graphicFrameMk id="14" creationId="{42BC281D-59CA-447C-9B7C-C15927A39405}"/>
          </ac:graphicFrameMkLst>
        </pc:graphicFrameChg>
      </pc:sldChg>
      <pc:sldChg chg="modSp mod">
        <pc:chgData name="Amandeep Singh" userId="192f9da3-bd5c-42c3-8f41-80b8549e6782" providerId="ADAL" clId="{58013D17-C0D6-490C-A35C-49A36A2A5DC0}" dt="2022-01-26T00:24:36.926" v="113" actId="2165"/>
        <pc:sldMkLst>
          <pc:docMk/>
          <pc:sldMk cId="3523186314" sldId="335"/>
        </pc:sldMkLst>
        <pc:graphicFrameChg chg="mod modGraphic">
          <ac:chgData name="Amandeep Singh" userId="192f9da3-bd5c-42c3-8f41-80b8549e6782" providerId="ADAL" clId="{58013D17-C0D6-490C-A35C-49A36A2A5DC0}" dt="2022-01-26T00:24:36.926" v="113" actId="2165"/>
          <ac:graphicFrameMkLst>
            <pc:docMk/>
            <pc:sldMk cId="3523186314" sldId="335"/>
            <ac:graphicFrameMk id="6" creationId="{91920B83-BC7F-479F-8B91-19E54730FA8E}"/>
          </ac:graphicFrameMkLst>
        </pc:graphicFrameChg>
      </pc:sldChg>
    </pc:docChg>
  </pc:docChgLst>
  <pc:docChgLst>
    <pc:chgData name="Deepthi Gorthy (HCL TECHNOLOGIES)" userId="S::v-dgorthy@microsoft.com::8dd46def-e6da-426e-975e-099441870756" providerId="AD" clId="Web-{1FF90348-E9AE-FBF5-595A-E3B2FC081A04}"/>
    <pc:docChg chg="modSld">
      <pc:chgData name="Deepthi Gorthy (HCL TECHNOLOGIES)" userId="S::v-dgorthy@microsoft.com::8dd46def-e6da-426e-975e-099441870756" providerId="AD" clId="Web-{1FF90348-E9AE-FBF5-595A-E3B2FC081A04}" dt="2022-01-20T08:29:36.389" v="3" actId="20577"/>
      <pc:docMkLst>
        <pc:docMk/>
      </pc:docMkLst>
      <pc:sldChg chg="modSp">
        <pc:chgData name="Deepthi Gorthy (HCL TECHNOLOGIES)" userId="S::v-dgorthy@microsoft.com::8dd46def-e6da-426e-975e-099441870756" providerId="AD" clId="Web-{1FF90348-E9AE-FBF5-595A-E3B2FC081A04}" dt="2022-01-20T08:29:36.389" v="3" actId="20577"/>
        <pc:sldMkLst>
          <pc:docMk/>
          <pc:sldMk cId="1940695399" sldId="303"/>
        </pc:sldMkLst>
        <pc:spChg chg="mod">
          <ac:chgData name="Deepthi Gorthy (HCL TECHNOLOGIES)" userId="S::v-dgorthy@microsoft.com::8dd46def-e6da-426e-975e-099441870756" providerId="AD" clId="Web-{1FF90348-E9AE-FBF5-595A-E3B2FC081A04}" dt="2022-01-20T08:29:36.389" v="3" actId="20577"/>
          <ac:spMkLst>
            <pc:docMk/>
            <pc:sldMk cId="1940695399" sldId="303"/>
            <ac:spMk id="4" creationId="{C07C45B8-4983-4FFB-BD8B-B2F43686E476}"/>
          </ac:spMkLst>
        </pc:spChg>
      </pc:sldChg>
    </pc:docChg>
  </pc:docChgLst>
  <pc:docChgLst>
    <pc:chgData name="Deepthi Gorthy (HCL TECHNOLOGIES)" userId="S::v-dgorthy@microsoft.com::8dd46def-e6da-426e-975e-099441870756" providerId="AD" clId="Web-{518EF44E-77B8-A2C9-2BAC-0A7BE512CBF7}"/>
    <pc:docChg chg="modSld">
      <pc:chgData name="Deepthi Gorthy (HCL TECHNOLOGIES)" userId="S::v-dgorthy@microsoft.com::8dd46def-e6da-426e-975e-099441870756" providerId="AD" clId="Web-{518EF44E-77B8-A2C9-2BAC-0A7BE512CBF7}" dt="2022-01-25T10:07:24.642" v="6"/>
      <pc:docMkLst>
        <pc:docMk/>
      </pc:docMkLst>
      <pc:sldChg chg="addSp delSp modSp">
        <pc:chgData name="Deepthi Gorthy (HCL TECHNOLOGIES)" userId="S::v-dgorthy@microsoft.com::8dd46def-e6da-426e-975e-099441870756" providerId="AD" clId="Web-{518EF44E-77B8-A2C9-2BAC-0A7BE512CBF7}" dt="2022-01-25T10:07:24.642" v="6"/>
        <pc:sldMkLst>
          <pc:docMk/>
          <pc:sldMk cId="279768030" sldId="283"/>
        </pc:sldMkLst>
        <pc:picChg chg="add del mod">
          <ac:chgData name="Deepthi Gorthy (HCL TECHNOLOGIES)" userId="S::v-dgorthy@microsoft.com::8dd46def-e6da-426e-975e-099441870756" providerId="AD" clId="Web-{518EF44E-77B8-A2C9-2BAC-0A7BE512CBF7}" dt="2022-01-25T10:07:24.642" v="6"/>
          <ac:picMkLst>
            <pc:docMk/>
            <pc:sldMk cId="279768030" sldId="283"/>
            <ac:picMk id="2" creationId="{41885D72-53A0-4366-AF45-A24235489FA1}"/>
          </ac:picMkLst>
        </pc:picChg>
        <pc:picChg chg="del">
          <ac:chgData name="Deepthi Gorthy (HCL TECHNOLOGIES)" userId="S::v-dgorthy@microsoft.com::8dd46def-e6da-426e-975e-099441870756" providerId="AD" clId="Web-{518EF44E-77B8-A2C9-2BAC-0A7BE512CBF7}" dt="2022-01-25T10:07:21.345" v="4"/>
          <ac:picMkLst>
            <pc:docMk/>
            <pc:sldMk cId="279768030" sldId="283"/>
            <ac:picMk id="5" creationId="{BEAF8ECD-D885-4E7F-A68A-C2D06BC276F4}"/>
          </ac:picMkLst>
        </pc:picChg>
      </pc:sldChg>
      <pc:sldChg chg="modSp">
        <pc:chgData name="Deepthi Gorthy (HCL TECHNOLOGIES)" userId="S::v-dgorthy@microsoft.com::8dd46def-e6da-426e-975e-099441870756" providerId="AD" clId="Web-{518EF44E-77B8-A2C9-2BAC-0A7BE512CBF7}" dt="2022-01-25T10:05:25.468" v="3"/>
        <pc:sldMkLst>
          <pc:docMk/>
          <pc:sldMk cId="391980474" sldId="288"/>
        </pc:sldMkLst>
        <pc:graphicFrameChg chg="mod modGraphic">
          <ac:chgData name="Deepthi Gorthy (HCL TECHNOLOGIES)" userId="S::v-dgorthy@microsoft.com::8dd46def-e6da-426e-975e-099441870756" providerId="AD" clId="Web-{518EF44E-77B8-A2C9-2BAC-0A7BE512CBF7}" dt="2022-01-25T10:05:25.468" v="3"/>
          <ac:graphicFrameMkLst>
            <pc:docMk/>
            <pc:sldMk cId="391980474" sldId="288"/>
            <ac:graphicFrameMk id="14" creationId="{95A951F2-E612-4A89-9DEC-D2EC6ECF0E1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FB01639-DAD8-417F-B6AC-D42D39109840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CC247E1-C257-4AB9-9DAC-F81548284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96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247E1-C257-4AB9-9DAC-F815482848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66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D3FA0-F757-4E22-B26C-878E1F62B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5243C-FBC9-46B1-924C-5F3E92694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6FB72-FA0D-498C-BFBC-3B435D023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815-4F29-43CA-B3B6-BC8BFF87DA5B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4AB03-A89D-4C6D-AAB5-E5EEA22D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1CDE9-8D84-42E9-99ED-56E9925F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98C9C-55F7-485D-8944-2C39125E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41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5BEFD-4307-4B41-8256-8E5C8537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06C2C-CB5C-4BEA-B6F0-454022908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26CD6-E6A6-4972-A585-A9BDB3971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815-4F29-43CA-B3B6-BC8BFF87DA5B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EE288-E43A-4361-994A-C208F36C8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99CA6-344F-4B13-9291-9678EF66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98C9C-55F7-485D-8944-2C39125E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69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F3C0C-8FBF-41E8-87A3-EDFAD354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9252C-1399-4CCC-8BEA-6CF25D815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484E3-C4BC-4320-847F-518357CC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815-4F29-43CA-B3B6-BC8BFF87DA5B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EE824-2060-4C8C-803E-73779C37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9394A-7C0F-40E1-B8C5-16BFBFB9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98C9C-55F7-485D-8944-2C39125E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43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C671-6765-4B9D-B3A2-464E3F3BA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82AFC-B6B5-4EF7-AB67-25C11CDFA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4FA31-82A2-4550-9427-9287F6C0C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41F7E-CBC6-4A50-8CAE-6021979D7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815-4F29-43CA-B3B6-BC8BFF87DA5B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9CA56-F114-4DE3-86B9-9C27A651C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61C2E-C727-4B2D-BBE6-5D623944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98C9C-55F7-485D-8944-2C39125E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32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7F1A-7BB1-4D6C-B72B-7DE52F783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2CE3E-81EA-4999-AC8C-8495859D9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EAAAA-1BCF-4A27-9DA2-4619B5CA3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046219-16D1-484E-9959-D0E39BF07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1CF35E-5AE8-41F3-AD69-9080559E3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3DA88C-DF29-4261-BB03-B369A0FD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815-4F29-43CA-B3B6-BC8BFF87DA5B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6FA763-57D5-40C6-81ED-A5971619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48DBB0-0750-47A7-B0A5-F86D980F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98C9C-55F7-485D-8944-2C39125E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7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44CC0-B2A3-4361-AA17-E3BD7F41B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5E942-3813-4E8C-A354-89A8F734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815-4F29-43CA-B3B6-BC8BFF87DA5B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397944-78EE-42CC-B914-B151396FB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A8D00-768B-46D6-A435-16FC8409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98C9C-55F7-485D-8944-2C39125E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8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8D64DB-F8C3-4415-B7EB-736B98882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815-4F29-43CA-B3B6-BC8BFF87DA5B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30D55-FAFB-486F-BA71-898F81A4A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11E95-29D6-4B5D-895F-6E4040F7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98C9C-55F7-485D-8944-2C39125E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1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A5BB-9E7E-41EF-AE9E-70A251BC5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357A0-6243-4801-AC9D-64F712D58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082F1-A2CD-4AB2-A371-A1D026DC9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ABF42-F64C-4231-8C6D-7CC95AD4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815-4F29-43CA-B3B6-BC8BFF87DA5B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2F682-FEE9-45F5-9BFE-A6FD5CA3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722A5-BACB-400E-930D-51D07DAE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98C9C-55F7-485D-8944-2C39125E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0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935A-CCF9-4014-8A55-944F2F35A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FC38DA-AE67-498F-B499-A18628F08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5541B-A21E-4ADB-AC48-60CD1D7C9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B524B-7C03-4702-8053-57347B121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815-4F29-43CA-B3B6-BC8BFF87DA5B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9B474-21ED-4124-AB1F-B3707C05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4EE27-5E9A-4093-A563-F0F31891B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98C9C-55F7-485D-8944-2C39125E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1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04C3-66E8-4628-85BF-C62318B9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75D17-3B59-4DB2-9441-ACF44B2D3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EDD8E-9D15-46B9-90F1-518B11C9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815-4F29-43CA-B3B6-BC8BFF87DA5B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6A28-2D22-4EDE-B4F1-A29FD178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364B4-D778-43DB-B1A1-8FA203DE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98C9C-55F7-485D-8944-2C39125E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F3A6D-68CD-40C4-A7C6-AB13D9698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0A956E-3720-4D29-9301-D6F6DC3A5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1837-7D86-4126-884F-1BA9D303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815-4F29-43CA-B3B6-BC8BFF87DA5B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98CD9-DBA6-48C3-8E8E-FF3115647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57540-417B-4C1F-82A7-7FBD5664F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98C9C-55F7-485D-8944-2C39125E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31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8926D2-39B6-4B15-8716-3AE921584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EF5C6-3389-44E1-B6E6-53F3A9C25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BEC21-D827-46ED-87BF-3804A49DF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B6815-4F29-43CA-B3B6-BC8BFF87DA5B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4AAF8-5A22-4091-A924-25C8AFCCF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CCB83-1EE9-421E-BECB-52ECBABEE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98C9C-55F7-485D-8944-2C39125E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823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7239103-D575-423F-8B20-3CE1A52423B7}"/>
              </a:ext>
            </a:extLst>
          </p:cNvPr>
          <p:cNvSpPr txBox="1"/>
          <p:nvPr/>
        </p:nvSpPr>
        <p:spPr>
          <a:xfrm flipH="1">
            <a:off x="348341" y="457163"/>
            <a:ext cx="83253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Government Common &amp; Model Apps</a:t>
            </a:r>
          </a:p>
          <a:p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Packaging &amp; Layering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9A05D10-0C08-4611-A2C8-652828D3CB95}"/>
              </a:ext>
            </a:extLst>
          </p:cNvPr>
          <p:cNvGrpSpPr/>
          <p:nvPr/>
        </p:nvGrpSpPr>
        <p:grpSpPr>
          <a:xfrm>
            <a:off x="348341" y="5834443"/>
            <a:ext cx="5631866" cy="880959"/>
            <a:chOff x="348341" y="5834443"/>
            <a:chExt cx="5631866" cy="88095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8B3E134-A630-437B-BA6E-1FED6A986F87}"/>
                </a:ext>
              </a:extLst>
            </p:cNvPr>
            <p:cNvSpPr/>
            <p:nvPr/>
          </p:nvSpPr>
          <p:spPr>
            <a:xfrm>
              <a:off x="348341" y="5840035"/>
              <a:ext cx="333428" cy="3637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D1667F-FA89-47A1-AEF1-54EAD057CD1F}"/>
                </a:ext>
              </a:extLst>
            </p:cNvPr>
            <p:cNvSpPr/>
            <p:nvPr/>
          </p:nvSpPr>
          <p:spPr>
            <a:xfrm>
              <a:off x="348341" y="6346070"/>
              <a:ext cx="333428" cy="36374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1B16CAD-1709-4F15-ADA6-0F66BCEA0E78}"/>
                </a:ext>
              </a:extLst>
            </p:cNvPr>
            <p:cNvSpPr txBox="1"/>
            <p:nvPr/>
          </p:nvSpPr>
          <p:spPr>
            <a:xfrm>
              <a:off x="681769" y="5834443"/>
              <a:ext cx="3289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Government Specific Solutions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8EB931-00C1-4BD1-B6A7-0371E85BE99A}"/>
                </a:ext>
              </a:extLst>
            </p:cNvPr>
            <p:cNvSpPr txBox="1"/>
            <p:nvPr/>
          </p:nvSpPr>
          <p:spPr>
            <a:xfrm>
              <a:off x="681769" y="6346070"/>
              <a:ext cx="52984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Existing Microsoft Business Applications Solutions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27047F8-FEDB-43A1-AFF9-54D4E02E9811}"/>
              </a:ext>
            </a:extLst>
          </p:cNvPr>
          <p:cNvSpPr/>
          <p:nvPr/>
        </p:nvSpPr>
        <p:spPr>
          <a:xfrm>
            <a:off x="1574922" y="4616388"/>
            <a:ext cx="9130937" cy="4567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Microsoft Dataverse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8EEC265-E34B-4974-9B42-90AA49BF2242}"/>
              </a:ext>
            </a:extLst>
          </p:cNvPr>
          <p:cNvSpPr/>
          <p:nvPr/>
        </p:nvSpPr>
        <p:spPr>
          <a:xfrm>
            <a:off x="1574916" y="4120656"/>
            <a:ext cx="9130943" cy="456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Government Common CDM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B1D6C7-3160-4331-80FB-8DBB87B964FC}"/>
              </a:ext>
            </a:extLst>
          </p:cNvPr>
          <p:cNvSpPr/>
          <p:nvPr/>
        </p:nvSpPr>
        <p:spPr>
          <a:xfrm>
            <a:off x="1574915" y="2633460"/>
            <a:ext cx="9130939" cy="456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Government Model Apps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08D3209-2199-4E75-A5CB-5B006C1F1A56}"/>
              </a:ext>
            </a:extLst>
          </p:cNvPr>
          <p:cNvSpPr/>
          <p:nvPr/>
        </p:nvSpPr>
        <p:spPr>
          <a:xfrm>
            <a:off x="1574916" y="3129192"/>
            <a:ext cx="9130939" cy="456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Government Processes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E41477-F03D-4ECA-A417-6675E368ABFA}"/>
              </a:ext>
            </a:extLst>
          </p:cNvPr>
          <p:cNvSpPr/>
          <p:nvPr/>
        </p:nvSpPr>
        <p:spPr>
          <a:xfrm>
            <a:off x="1574915" y="3624924"/>
            <a:ext cx="9130939" cy="456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Government Connection Roles</a:t>
            </a:r>
          </a:p>
        </p:txBody>
      </p:sp>
    </p:spTree>
    <p:extLst>
      <p:ext uri="{BB962C8B-B14F-4D97-AF65-F5344CB8AC3E}">
        <p14:creationId xmlns:p14="http://schemas.microsoft.com/office/powerpoint/2010/main" val="1288038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7C45B8-4983-4FFB-BD8B-B2F43686E476}"/>
              </a:ext>
            </a:extLst>
          </p:cNvPr>
          <p:cNvSpPr txBox="1"/>
          <p:nvPr/>
        </p:nvSpPr>
        <p:spPr>
          <a:xfrm flipH="1">
            <a:off x="348341" y="457163"/>
            <a:ext cx="8325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Government Common CDM -&gt; Primary Entities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C1B9BF59-FD78-4598-AEEA-8D4C555B37D4}"/>
              </a:ext>
            </a:extLst>
          </p:cNvPr>
          <p:cNvSpPr/>
          <p:nvPr/>
        </p:nvSpPr>
        <p:spPr>
          <a:xfrm>
            <a:off x="6035040" y="3549835"/>
            <a:ext cx="978408" cy="484632"/>
          </a:xfrm>
          <a:prstGeom prst="rightArrow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35">
            <a:extLst>
              <a:ext uri="{FF2B5EF4-FFF2-40B4-BE49-F238E27FC236}">
                <a16:creationId xmlns:a16="http://schemas.microsoft.com/office/drawing/2014/main" id="{95A951F2-E612-4A89-9DEC-D2EC6ECF0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694559"/>
              </p:ext>
            </p:extLst>
          </p:nvPr>
        </p:nvGraphicFramePr>
        <p:xfrm>
          <a:off x="7150654" y="1066267"/>
          <a:ext cx="3757491" cy="5562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757491">
                  <a:extLst>
                    <a:ext uri="{9D8B030D-6E8A-4147-A177-3AD203B41FA5}">
                      <a16:colId xmlns:a16="http://schemas.microsoft.com/office/drawing/2014/main" val="832068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Entity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89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831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Housing Benefit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345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Business License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603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External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25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Grant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927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Business Grant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14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License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312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Permit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35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Building Permit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48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Program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679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Program 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240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Program Eligibility Requirement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17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Program Participant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83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952704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D846994-946F-4960-92D2-E0281857402C}"/>
              </a:ext>
            </a:extLst>
          </p:cNvPr>
          <p:cNvGrpSpPr/>
          <p:nvPr/>
        </p:nvGrpSpPr>
        <p:grpSpPr>
          <a:xfrm>
            <a:off x="865919" y="2591098"/>
            <a:ext cx="5031915" cy="1741502"/>
            <a:chOff x="865919" y="2591098"/>
            <a:chExt cx="5031915" cy="17415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76D1FA3-420D-47C8-BB12-84B7D90B605A}"/>
                </a:ext>
              </a:extLst>
            </p:cNvPr>
            <p:cNvSpPr/>
            <p:nvPr/>
          </p:nvSpPr>
          <p:spPr>
            <a:xfrm>
              <a:off x="865924" y="4038736"/>
              <a:ext cx="5031910" cy="293864"/>
            </a:xfrm>
            <a:prstGeom prst="rect">
              <a:avLst/>
            </a:prstGeom>
            <a:solidFill>
              <a:srgbClr val="FFEFBD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CDM Common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D32C89-1151-4339-9EE8-280C93B497B4}"/>
                </a:ext>
              </a:extLst>
            </p:cNvPr>
            <p:cNvSpPr/>
            <p:nvPr/>
          </p:nvSpPr>
          <p:spPr>
            <a:xfrm>
              <a:off x="865921" y="3677036"/>
              <a:ext cx="5031913" cy="2938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Common CDM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CF903E7-D2FC-45BB-A391-31C32516CE6D}"/>
                </a:ext>
              </a:extLst>
            </p:cNvPr>
            <p:cNvSpPr/>
            <p:nvPr/>
          </p:nvSpPr>
          <p:spPr>
            <a:xfrm>
              <a:off x="865919" y="2591098"/>
              <a:ext cx="5031913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Model Apps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519B272-3028-4290-B7F0-17CA975AA02B}"/>
                </a:ext>
              </a:extLst>
            </p:cNvPr>
            <p:cNvSpPr/>
            <p:nvPr/>
          </p:nvSpPr>
          <p:spPr>
            <a:xfrm>
              <a:off x="865921" y="2953638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Processes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8E57DE6-1D77-4B5F-92A0-B8A4FCCB36B1}"/>
                </a:ext>
              </a:extLst>
            </p:cNvPr>
            <p:cNvSpPr/>
            <p:nvPr/>
          </p:nvSpPr>
          <p:spPr>
            <a:xfrm>
              <a:off x="865920" y="3315337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Connection Roles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980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7C45B8-4983-4FFB-BD8B-B2F43686E476}"/>
              </a:ext>
            </a:extLst>
          </p:cNvPr>
          <p:cNvSpPr txBox="1"/>
          <p:nvPr/>
        </p:nvSpPr>
        <p:spPr>
          <a:xfrm flipH="1">
            <a:off x="348340" y="457163"/>
            <a:ext cx="10181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Government Common CDM -&gt; Primary Entities (continued)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C1B9BF59-FD78-4598-AEEA-8D4C555B37D4}"/>
              </a:ext>
            </a:extLst>
          </p:cNvPr>
          <p:cNvSpPr/>
          <p:nvPr/>
        </p:nvSpPr>
        <p:spPr>
          <a:xfrm>
            <a:off x="6035040" y="3549835"/>
            <a:ext cx="978408" cy="484632"/>
          </a:xfrm>
          <a:prstGeom prst="rightArrow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35">
            <a:extLst>
              <a:ext uri="{FF2B5EF4-FFF2-40B4-BE49-F238E27FC236}">
                <a16:creationId xmlns:a16="http://schemas.microsoft.com/office/drawing/2014/main" id="{FF0562D4-9CC1-4101-BCA8-7D5BA9DF6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665317"/>
              </p:ext>
            </p:extLst>
          </p:nvPr>
        </p:nvGraphicFramePr>
        <p:xfrm>
          <a:off x="7225082" y="2904989"/>
          <a:ext cx="3757491" cy="11125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757491">
                  <a:extLst>
                    <a:ext uri="{9D8B030D-6E8A-4147-A177-3AD203B41FA5}">
                      <a16:colId xmlns:a16="http://schemas.microsoft.com/office/drawing/2014/main" val="832068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Entity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89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Service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831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Service Recipient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345013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F88A9D91-73E1-4250-9148-9249B83AEC07}"/>
              </a:ext>
            </a:extLst>
          </p:cNvPr>
          <p:cNvGrpSpPr/>
          <p:nvPr/>
        </p:nvGrpSpPr>
        <p:grpSpPr>
          <a:xfrm>
            <a:off x="865919" y="2591098"/>
            <a:ext cx="5031915" cy="1741502"/>
            <a:chOff x="865919" y="2591098"/>
            <a:chExt cx="5031915" cy="174150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64795E-700E-40DD-8225-834D5D026E2D}"/>
                </a:ext>
              </a:extLst>
            </p:cNvPr>
            <p:cNvSpPr/>
            <p:nvPr/>
          </p:nvSpPr>
          <p:spPr>
            <a:xfrm>
              <a:off x="865924" y="4038736"/>
              <a:ext cx="5031910" cy="293864"/>
            </a:xfrm>
            <a:prstGeom prst="rect">
              <a:avLst/>
            </a:prstGeom>
            <a:solidFill>
              <a:srgbClr val="FFEFBD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CDM Common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81A79E5-7850-4BD5-9B35-7695D2747689}"/>
                </a:ext>
              </a:extLst>
            </p:cNvPr>
            <p:cNvSpPr/>
            <p:nvPr/>
          </p:nvSpPr>
          <p:spPr>
            <a:xfrm>
              <a:off x="865921" y="3677036"/>
              <a:ext cx="5031913" cy="2938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Common CDM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5D7A5DF-82FD-4E08-9F5E-32062A595A00}"/>
                </a:ext>
              </a:extLst>
            </p:cNvPr>
            <p:cNvSpPr/>
            <p:nvPr/>
          </p:nvSpPr>
          <p:spPr>
            <a:xfrm>
              <a:off x="865919" y="2591098"/>
              <a:ext cx="5031913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Model Apps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A9C6E61-6B6C-453B-B933-E224002BC3AD}"/>
                </a:ext>
              </a:extLst>
            </p:cNvPr>
            <p:cNvSpPr/>
            <p:nvPr/>
          </p:nvSpPr>
          <p:spPr>
            <a:xfrm>
              <a:off x="865921" y="2953638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Processes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85CE83-FA7E-4A9D-AE39-C4BC0A7E0B35}"/>
                </a:ext>
              </a:extLst>
            </p:cNvPr>
            <p:cNvSpPr/>
            <p:nvPr/>
          </p:nvSpPr>
          <p:spPr>
            <a:xfrm>
              <a:off x="865920" y="3315337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Connection Roles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075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7C45B8-4983-4FFB-BD8B-B2F43686E476}"/>
              </a:ext>
            </a:extLst>
          </p:cNvPr>
          <p:cNvSpPr txBox="1"/>
          <p:nvPr/>
        </p:nvSpPr>
        <p:spPr>
          <a:xfrm flipH="1">
            <a:off x="348341" y="457163"/>
            <a:ext cx="8325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Government Common CDM -&gt; Enriched Entities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C1B9BF59-FD78-4598-AEEA-8D4C555B37D4}"/>
              </a:ext>
            </a:extLst>
          </p:cNvPr>
          <p:cNvSpPr/>
          <p:nvPr/>
        </p:nvSpPr>
        <p:spPr>
          <a:xfrm>
            <a:off x="6035040" y="3549835"/>
            <a:ext cx="978408" cy="484632"/>
          </a:xfrm>
          <a:prstGeom prst="rightArrow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35">
            <a:extLst>
              <a:ext uri="{FF2B5EF4-FFF2-40B4-BE49-F238E27FC236}">
                <a16:creationId xmlns:a16="http://schemas.microsoft.com/office/drawing/2014/main" id="{42BC281D-59CA-447C-9B7C-C15927A39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157742"/>
              </p:ext>
            </p:extLst>
          </p:nvPr>
        </p:nvGraphicFramePr>
        <p:xfrm>
          <a:off x="7150654" y="2849240"/>
          <a:ext cx="4852660" cy="14833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54603">
                  <a:extLst>
                    <a:ext uri="{9D8B030D-6E8A-4147-A177-3AD203B41FA5}">
                      <a16:colId xmlns:a16="http://schemas.microsoft.com/office/drawing/2014/main" val="832068167"/>
                    </a:ext>
                  </a:extLst>
                </a:gridCol>
                <a:gridCol w="2598057">
                  <a:extLst>
                    <a:ext uri="{9D8B030D-6E8A-4147-A177-3AD203B41FA5}">
                      <a16:colId xmlns:a16="http://schemas.microsoft.com/office/drawing/2014/main" val="2702330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Entity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89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CDM Common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25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CDM Common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927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CDM Common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480664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232C7072-66E0-46EB-820F-9BFD6FB3AF37}"/>
              </a:ext>
            </a:extLst>
          </p:cNvPr>
          <p:cNvGrpSpPr/>
          <p:nvPr/>
        </p:nvGrpSpPr>
        <p:grpSpPr>
          <a:xfrm>
            <a:off x="865920" y="2591098"/>
            <a:ext cx="5031914" cy="1741502"/>
            <a:chOff x="865920" y="2591098"/>
            <a:chExt cx="5031914" cy="174150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B81AC09-AA3B-48E8-B7F4-FECAF1155FA2}"/>
                </a:ext>
              </a:extLst>
            </p:cNvPr>
            <p:cNvSpPr/>
            <p:nvPr/>
          </p:nvSpPr>
          <p:spPr>
            <a:xfrm>
              <a:off x="865924" y="4038736"/>
              <a:ext cx="5031910" cy="293864"/>
            </a:xfrm>
            <a:prstGeom prst="rect">
              <a:avLst/>
            </a:prstGeom>
            <a:solidFill>
              <a:srgbClr val="FFEFBD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CDM Common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0B83B28-9F79-4BA0-81F2-258A7296F79F}"/>
                </a:ext>
              </a:extLst>
            </p:cNvPr>
            <p:cNvSpPr/>
            <p:nvPr/>
          </p:nvSpPr>
          <p:spPr>
            <a:xfrm>
              <a:off x="865921" y="3677036"/>
              <a:ext cx="5031913" cy="2938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Education Accelerator Common Common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3C5A57F-D1EE-471C-999B-EF187C4B65A9}"/>
                </a:ext>
              </a:extLst>
            </p:cNvPr>
            <p:cNvSpPr/>
            <p:nvPr/>
          </p:nvSpPr>
          <p:spPr>
            <a:xfrm>
              <a:off x="3488769" y="2591098"/>
              <a:ext cx="2409063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Dynamics 365 Higher Education Accelerator Common Canvas Model Apps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761E057-B4F2-47EA-8660-8755E113FC0E}"/>
                </a:ext>
              </a:extLst>
            </p:cNvPr>
            <p:cNvSpPr/>
            <p:nvPr/>
          </p:nvSpPr>
          <p:spPr>
            <a:xfrm>
              <a:off x="865921" y="2953638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Dynamics 365 Higher Education Accelerator Common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29FB54-5D28-47A1-8AEE-C32F3BDFF5A7}"/>
                </a:ext>
              </a:extLst>
            </p:cNvPr>
            <p:cNvSpPr/>
            <p:nvPr/>
          </p:nvSpPr>
          <p:spPr>
            <a:xfrm>
              <a:off x="865921" y="2591939"/>
              <a:ext cx="2535570" cy="293864"/>
            </a:xfrm>
            <a:prstGeom prst="rect">
              <a:avLst/>
            </a:prstGeom>
            <a:solidFill>
              <a:srgbClr val="FFEFBD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PowerApps Portal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0C25B75-781A-47DE-8DC3-4156E71F3ECC}"/>
                </a:ext>
              </a:extLst>
            </p:cNvPr>
            <p:cNvSpPr/>
            <p:nvPr/>
          </p:nvSpPr>
          <p:spPr>
            <a:xfrm>
              <a:off x="865920" y="3315337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Education Accelerator Connection Roles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585B65-6A9A-4B82-B920-3872436DAD72}"/>
              </a:ext>
            </a:extLst>
          </p:cNvPr>
          <p:cNvGrpSpPr/>
          <p:nvPr/>
        </p:nvGrpSpPr>
        <p:grpSpPr>
          <a:xfrm>
            <a:off x="865919" y="2591098"/>
            <a:ext cx="5031915" cy="1741502"/>
            <a:chOff x="865919" y="2591098"/>
            <a:chExt cx="5031915" cy="174150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F8FEFCA-72D5-426A-8C25-0CC6869C2524}"/>
                </a:ext>
              </a:extLst>
            </p:cNvPr>
            <p:cNvSpPr/>
            <p:nvPr/>
          </p:nvSpPr>
          <p:spPr>
            <a:xfrm>
              <a:off x="865924" y="4038736"/>
              <a:ext cx="5031910" cy="293864"/>
            </a:xfrm>
            <a:prstGeom prst="rect">
              <a:avLst/>
            </a:prstGeom>
            <a:solidFill>
              <a:srgbClr val="FFEFBD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CDM Common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E69FD46-4272-44EB-8EF4-DC17A44081F9}"/>
                </a:ext>
              </a:extLst>
            </p:cNvPr>
            <p:cNvSpPr/>
            <p:nvPr/>
          </p:nvSpPr>
          <p:spPr>
            <a:xfrm>
              <a:off x="865921" y="3677036"/>
              <a:ext cx="5031913" cy="2938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Common CDM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19B2E05-63AA-4363-9DE0-58681DA007D3}"/>
                </a:ext>
              </a:extLst>
            </p:cNvPr>
            <p:cNvSpPr/>
            <p:nvPr/>
          </p:nvSpPr>
          <p:spPr>
            <a:xfrm>
              <a:off x="865919" y="2591098"/>
              <a:ext cx="5031913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Model Apps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27643A-F7A3-4150-9DB3-59B3220A5D35}"/>
                </a:ext>
              </a:extLst>
            </p:cNvPr>
            <p:cNvSpPr/>
            <p:nvPr/>
          </p:nvSpPr>
          <p:spPr>
            <a:xfrm>
              <a:off x="865921" y="2953638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Processes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C4A1912-D9C0-495A-A7A0-6E4E304DC432}"/>
                </a:ext>
              </a:extLst>
            </p:cNvPr>
            <p:cNvSpPr/>
            <p:nvPr/>
          </p:nvSpPr>
          <p:spPr>
            <a:xfrm>
              <a:off x="865920" y="3315337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Connection Roles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5555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7C45B8-4983-4FFB-BD8B-B2F43686E476}"/>
              </a:ext>
            </a:extLst>
          </p:cNvPr>
          <p:cNvSpPr txBox="1"/>
          <p:nvPr/>
        </p:nvSpPr>
        <p:spPr>
          <a:xfrm flipH="1">
            <a:off x="348340" y="457163"/>
            <a:ext cx="11316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Government Connection Roles -&gt; Primary Connection Roles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C1B9BF59-FD78-4598-AEEA-8D4C555B37D4}"/>
              </a:ext>
            </a:extLst>
          </p:cNvPr>
          <p:cNvSpPr/>
          <p:nvPr/>
        </p:nvSpPr>
        <p:spPr>
          <a:xfrm>
            <a:off x="6006799" y="3447817"/>
            <a:ext cx="978408" cy="484632"/>
          </a:xfrm>
          <a:prstGeom prst="rightArrow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91920B83-BC7F-479F-8B91-19E54730F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859703"/>
              </p:ext>
            </p:extLst>
          </p:nvPr>
        </p:nvGraphicFramePr>
        <p:xfrm>
          <a:off x="7244231" y="1670398"/>
          <a:ext cx="3763066" cy="3337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763066">
                  <a:extLst>
                    <a:ext uri="{9D8B030D-6E8A-4147-A177-3AD203B41FA5}">
                      <a16:colId xmlns:a16="http://schemas.microsoft.com/office/drawing/2014/main" val="832068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Connection Roles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89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Government Program</a:t>
                      </a:r>
                      <a:endParaRPr lang="en-C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69534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Government Service</a:t>
                      </a:r>
                      <a:endParaRPr lang="en-C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28137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Program Director</a:t>
                      </a:r>
                      <a:endParaRPr lang="en-C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97766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Program Manager</a:t>
                      </a:r>
                      <a:endParaRPr lang="en-C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45405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Program Coordinator</a:t>
                      </a:r>
                      <a:endParaRPr lang="en-C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99783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Service Manager</a:t>
                      </a:r>
                      <a:endParaRPr lang="en-C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22741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Service Deputy</a:t>
                      </a:r>
                      <a:endParaRPr lang="en-C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51974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Service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</a:t>
                      </a:r>
                      <a:endParaRPr lang="en-C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732480340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F6B0AFC6-5B82-40E4-9442-2A2ABACAEA98}"/>
              </a:ext>
            </a:extLst>
          </p:cNvPr>
          <p:cNvGrpSpPr/>
          <p:nvPr/>
        </p:nvGrpSpPr>
        <p:grpSpPr>
          <a:xfrm>
            <a:off x="809437" y="2800359"/>
            <a:ext cx="5031915" cy="1741502"/>
            <a:chOff x="865919" y="2591098"/>
            <a:chExt cx="5031915" cy="174150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0C30E50-F416-42B9-8C95-F9FDD2FD7C3D}"/>
                </a:ext>
              </a:extLst>
            </p:cNvPr>
            <p:cNvSpPr/>
            <p:nvPr/>
          </p:nvSpPr>
          <p:spPr>
            <a:xfrm>
              <a:off x="865924" y="4038736"/>
              <a:ext cx="5031910" cy="293864"/>
            </a:xfrm>
            <a:prstGeom prst="rect">
              <a:avLst/>
            </a:prstGeom>
            <a:solidFill>
              <a:srgbClr val="FFEFBD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CDM Common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1838A0D-665C-4954-98A7-1F91234E629A}"/>
                </a:ext>
              </a:extLst>
            </p:cNvPr>
            <p:cNvSpPr/>
            <p:nvPr/>
          </p:nvSpPr>
          <p:spPr>
            <a:xfrm>
              <a:off x="865921" y="3677036"/>
              <a:ext cx="5031913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Common CDM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C55B50-2641-4C90-ABBA-E5096540C2A8}"/>
                </a:ext>
              </a:extLst>
            </p:cNvPr>
            <p:cNvSpPr/>
            <p:nvPr/>
          </p:nvSpPr>
          <p:spPr>
            <a:xfrm>
              <a:off x="865919" y="2591098"/>
              <a:ext cx="5031913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Model Apps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3B5AC78-6BF6-41F0-8D92-203CF55FD489}"/>
                </a:ext>
              </a:extLst>
            </p:cNvPr>
            <p:cNvSpPr/>
            <p:nvPr/>
          </p:nvSpPr>
          <p:spPr>
            <a:xfrm>
              <a:off x="865921" y="2953638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Processes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20F828E-1023-45AF-846D-1D7C2DE1CAEC}"/>
                </a:ext>
              </a:extLst>
            </p:cNvPr>
            <p:cNvSpPr/>
            <p:nvPr/>
          </p:nvSpPr>
          <p:spPr>
            <a:xfrm>
              <a:off x="865920" y="3315337"/>
              <a:ext cx="5031911" cy="2938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Connection Roles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3186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7C45B8-4983-4FFB-BD8B-B2F43686E476}"/>
              </a:ext>
            </a:extLst>
          </p:cNvPr>
          <p:cNvSpPr txBox="1"/>
          <p:nvPr/>
        </p:nvSpPr>
        <p:spPr>
          <a:xfrm flipH="1">
            <a:off x="348339" y="457163"/>
            <a:ext cx="11760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Government Processes -&gt; Enriched Entities</a:t>
            </a:r>
          </a:p>
        </p:txBody>
      </p:sp>
      <p:graphicFrame>
        <p:nvGraphicFramePr>
          <p:cNvPr id="14" name="Table 35">
            <a:extLst>
              <a:ext uri="{FF2B5EF4-FFF2-40B4-BE49-F238E27FC236}">
                <a16:creationId xmlns:a16="http://schemas.microsoft.com/office/drawing/2014/main" id="{42BC281D-59CA-447C-9B7C-C15927A39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372071"/>
              </p:ext>
            </p:extLst>
          </p:nvPr>
        </p:nvGraphicFramePr>
        <p:xfrm>
          <a:off x="7150654" y="2617970"/>
          <a:ext cx="4852660" cy="22250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54603">
                  <a:extLst>
                    <a:ext uri="{9D8B030D-6E8A-4147-A177-3AD203B41FA5}">
                      <a16:colId xmlns:a16="http://schemas.microsoft.com/office/drawing/2014/main" val="832068167"/>
                    </a:ext>
                  </a:extLst>
                </a:gridCol>
                <a:gridCol w="2598057">
                  <a:extLst>
                    <a:ext uri="{9D8B030D-6E8A-4147-A177-3AD203B41FA5}">
                      <a16:colId xmlns:a16="http://schemas.microsoft.com/office/drawing/2014/main" val="2702330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Entity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89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Government Common CDM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25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Business License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Government Common CDM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927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Housing Benefit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Government Common CDM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87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Building Permit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Government Common CDM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14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Business Grant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Government Common CDM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133134"/>
                  </a:ext>
                </a:extLst>
              </a:tr>
            </a:tbl>
          </a:graphicData>
        </a:graphic>
      </p:graphicFrame>
      <p:sp>
        <p:nvSpPr>
          <p:cNvPr id="15" name="Arrow: Right 14">
            <a:extLst>
              <a:ext uri="{FF2B5EF4-FFF2-40B4-BE49-F238E27FC236}">
                <a16:creationId xmlns:a16="http://schemas.microsoft.com/office/drawing/2014/main" id="{AAB858B2-CD60-4C31-9BDB-CD6561A5C3FE}"/>
              </a:ext>
            </a:extLst>
          </p:cNvPr>
          <p:cNvSpPr/>
          <p:nvPr/>
        </p:nvSpPr>
        <p:spPr>
          <a:xfrm>
            <a:off x="6035040" y="3198859"/>
            <a:ext cx="978408" cy="484632"/>
          </a:xfrm>
          <a:prstGeom prst="rightArrow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1AE9C4-9B4F-44D8-84C9-B2049587CA6A}"/>
              </a:ext>
            </a:extLst>
          </p:cNvPr>
          <p:cNvGrpSpPr/>
          <p:nvPr/>
        </p:nvGrpSpPr>
        <p:grpSpPr>
          <a:xfrm>
            <a:off x="809437" y="2800359"/>
            <a:ext cx="5031915" cy="1741502"/>
            <a:chOff x="865919" y="2591098"/>
            <a:chExt cx="5031915" cy="174150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C79BDB2-BBD8-4C26-BF45-EC21A3115893}"/>
                </a:ext>
              </a:extLst>
            </p:cNvPr>
            <p:cNvSpPr/>
            <p:nvPr/>
          </p:nvSpPr>
          <p:spPr>
            <a:xfrm>
              <a:off x="865924" y="4038736"/>
              <a:ext cx="5031910" cy="293864"/>
            </a:xfrm>
            <a:prstGeom prst="rect">
              <a:avLst/>
            </a:prstGeom>
            <a:solidFill>
              <a:srgbClr val="FFEFBD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CDM Common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897991C-5436-41B8-9C7B-E131F42EF3C6}"/>
                </a:ext>
              </a:extLst>
            </p:cNvPr>
            <p:cNvSpPr/>
            <p:nvPr/>
          </p:nvSpPr>
          <p:spPr>
            <a:xfrm>
              <a:off x="865921" y="3677036"/>
              <a:ext cx="5031913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Common CDM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50509D9-16A8-4FB9-8D14-BF994EC0BD9A}"/>
                </a:ext>
              </a:extLst>
            </p:cNvPr>
            <p:cNvSpPr/>
            <p:nvPr/>
          </p:nvSpPr>
          <p:spPr>
            <a:xfrm>
              <a:off x="865919" y="2591098"/>
              <a:ext cx="5031913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Model Apps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024855B-B0DA-4189-B55D-4B28180B1777}"/>
                </a:ext>
              </a:extLst>
            </p:cNvPr>
            <p:cNvSpPr/>
            <p:nvPr/>
          </p:nvSpPr>
          <p:spPr>
            <a:xfrm>
              <a:off x="865921" y="2953638"/>
              <a:ext cx="5031911" cy="2938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Processes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4FCA7B9-33A4-4C22-9405-89D99594D846}"/>
                </a:ext>
              </a:extLst>
            </p:cNvPr>
            <p:cNvSpPr/>
            <p:nvPr/>
          </p:nvSpPr>
          <p:spPr>
            <a:xfrm>
              <a:off x="865920" y="3315337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Connection Roles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6864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7C45B8-4983-4FFB-BD8B-B2F43686E476}"/>
              </a:ext>
            </a:extLst>
          </p:cNvPr>
          <p:cNvSpPr txBox="1"/>
          <p:nvPr/>
        </p:nvSpPr>
        <p:spPr>
          <a:xfrm flipH="1">
            <a:off x="348339" y="457163"/>
            <a:ext cx="1176053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>
                <a:latin typeface="Segoe UI"/>
                <a:cs typeface="Segoe UI"/>
              </a:rPr>
              <a:t>Government Model Apps -&gt; Enriched Entities</a:t>
            </a:r>
            <a:endParaRPr lang="en-US" sz="2800">
              <a:ea typeface="+mn-lt"/>
              <a:cs typeface="+mn-lt"/>
            </a:endParaRPr>
          </a:p>
        </p:txBody>
      </p:sp>
      <p:graphicFrame>
        <p:nvGraphicFramePr>
          <p:cNvPr id="14" name="Table 35">
            <a:extLst>
              <a:ext uri="{FF2B5EF4-FFF2-40B4-BE49-F238E27FC236}">
                <a16:creationId xmlns:a16="http://schemas.microsoft.com/office/drawing/2014/main" id="{42BC281D-59CA-447C-9B7C-C15927A39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168784"/>
              </p:ext>
            </p:extLst>
          </p:nvPr>
        </p:nvGraphicFramePr>
        <p:xfrm>
          <a:off x="7150654" y="2627208"/>
          <a:ext cx="4852660" cy="148335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54603">
                  <a:extLst>
                    <a:ext uri="{9D8B030D-6E8A-4147-A177-3AD203B41FA5}">
                      <a16:colId xmlns:a16="http://schemas.microsoft.com/office/drawing/2014/main" val="832068167"/>
                    </a:ext>
                  </a:extLst>
                </a:gridCol>
                <a:gridCol w="2598057">
                  <a:extLst>
                    <a:ext uri="{9D8B030D-6E8A-4147-A177-3AD203B41FA5}">
                      <a16:colId xmlns:a16="http://schemas.microsoft.com/office/drawing/2014/main" val="2702330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Entity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89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Government Common CDM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2578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Program Participant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Government Common CDM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73406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Service Recipient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Government Common CDM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826776"/>
                  </a:ext>
                </a:extLst>
              </a:tr>
            </a:tbl>
          </a:graphicData>
        </a:graphic>
      </p:graphicFrame>
      <p:sp>
        <p:nvSpPr>
          <p:cNvPr id="15" name="Arrow: Right 14">
            <a:extLst>
              <a:ext uri="{FF2B5EF4-FFF2-40B4-BE49-F238E27FC236}">
                <a16:creationId xmlns:a16="http://schemas.microsoft.com/office/drawing/2014/main" id="{AAB858B2-CD60-4C31-9BDB-CD6561A5C3FE}"/>
              </a:ext>
            </a:extLst>
          </p:cNvPr>
          <p:cNvSpPr/>
          <p:nvPr/>
        </p:nvSpPr>
        <p:spPr>
          <a:xfrm>
            <a:off x="6035040" y="2783226"/>
            <a:ext cx="978408" cy="484632"/>
          </a:xfrm>
          <a:prstGeom prst="rightArrow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FAA6B3-DDFC-4695-8121-BD1BB1152C4F}"/>
              </a:ext>
            </a:extLst>
          </p:cNvPr>
          <p:cNvGrpSpPr/>
          <p:nvPr/>
        </p:nvGrpSpPr>
        <p:grpSpPr>
          <a:xfrm>
            <a:off x="809437" y="2800359"/>
            <a:ext cx="5031915" cy="1741502"/>
            <a:chOff x="865919" y="2591098"/>
            <a:chExt cx="5031915" cy="174150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3B5FCC-8B3C-4265-87AE-46DB90B42761}"/>
                </a:ext>
              </a:extLst>
            </p:cNvPr>
            <p:cNvSpPr/>
            <p:nvPr/>
          </p:nvSpPr>
          <p:spPr>
            <a:xfrm>
              <a:off x="865924" y="4038736"/>
              <a:ext cx="5031910" cy="293864"/>
            </a:xfrm>
            <a:prstGeom prst="rect">
              <a:avLst/>
            </a:prstGeom>
            <a:solidFill>
              <a:srgbClr val="FFEFBD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CDM Common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484AE2B-3972-4F3A-BB5C-609F9CCDF8C6}"/>
                </a:ext>
              </a:extLst>
            </p:cNvPr>
            <p:cNvSpPr/>
            <p:nvPr/>
          </p:nvSpPr>
          <p:spPr>
            <a:xfrm>
              <a:off x="865921" y="3677036"/>
              <a:ext cx="5031913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Common CDM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3B51C73-300D-4505-963A-3BE62573B5DE}"/>
                </a:ext>
              </a:extLst>
            </p:cNvPr>
            <p:cNvSpPr/>
            <p:nvPr/>
          </p:nvSpPr>
          <p:spPr>
            <a:xfrm>
              <a:off x="865919" y="2591098"/>
              <a:ext cx="5031913" cy="2938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Model Apps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B28046C-497F-459A-9960-954468A2D851}"/>
                </a:ext>
              </a:extLst>
            </p:cNvPr>
            <p:cNvSpPr/>
            <p:nvPr/>
          </p:nvSpPr>
          <p:spPr>
            <a:xfrm>
              <a:off x="865921" y="2953638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Processes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93CCC5D-4DD3-414E-88F9-18BFF07A7FA6}"/>
                </a:ext>
              </a:extLst>
            </p:cNvPr>
            <p:cNvSpPr/>
            <p:nvPr/>
          </p:nvSpPr>
          <p:spPr>
            <a:xfrm>
              <a:off x="865920" y="3315337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Connection Roles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0695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7C45B8-4983-4FFB-BD8B-B2F43686E476}"/>
              </a:ext>
            </a:extLst>
          </p:cNvPr>
          <p:cNvSpPr txBox="1"/>
          <p:nvPr/>
        </p:nvSpPr>
        <p:spPr>
          <a:xfrm flipH="1">
            <a:off x="348339" y="457163"/>
            <a:ext cx="11760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Government Model Apps -&gt; Apps</a:t>
            </a:r>
          </a:p>
        </p:txBody>
      </p:sp>
      <p:graphicFrame>
        <p:nvGraphicFramePr>
          <p:cNvPr id="14" name="Table 35">
            <a:extLst>
              <a:ext uri="{FF2B5EF4-FFF2-40B4-BE49-F238E27FC236}">
                <a16:creationId xmlns:a16="http://schemas.microsoft.com/office/drawing/2014/main" id="{42BC281D-59CA-447C-9B7C-C15927A39405}"/>
              </a:ext>
            </a:extLst>
          </p:cNvPr>
          <p:cNvGraphicFramePr>
            <a:graphicFrameLocks noGrp="1"/>
          </p:cNvGraphicFramePr>
          <p:nvPr/>
        </p:nvGraphicFramePr>
        <p:xfrm>
          <a:off x="7150654" y="2627208"/>
          <a:ext cx="4852660" cy="7416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54603">
                  <a:extLst>
                    <a:ext uri="{9D8B030D-6E8A-4147-A177-3AD203B41FA5}">
                      <a16:colId xmlns:a16="http://schemas.microsoft.com/office/drawing/2014/main" val="832068167"/>
                    </a:ext>
                  </a:extLst>
                </a:gridCol>
                <a:gridCol w="2598057">
                  <a:extLst>
                    <a:ext uri="{9D8B030D-6E8A-4147-A177-3AD203B41FA5}">
                      <a16:colId xmlns:a16="http://schemas.microsoft.com/office/drawing/2014/main" val="2702330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App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89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Government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Model-Driven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25783"/>
                  </a:ext>
                </a:extLst>
              </a:tr>
            </a:tbl>
          </a:graphicData>
        </a:graphic>
      </p:graphicFrame>
      <p:sp>
        <p:nvSpPr>
          <p:cNvPr id="15" name="Arrow: Right 14">
            <a:extLst>
              <a:ext uri="{FF2B5EF4-FFF2-40B4-BE49-F238E27FC236}">
                <a16:creationId xmlns:a16="http://schemas.microsoft.com/office/drawing/2014/main" id="{AAB858B2-CD60-4C31-9BDB-CD6561A5C3FE}"/>
              </a:ext>
            </a:extLst>
          </p:cNvPr>
          <p:cNvSpPr/>
          <p:nvPr/>
        </p:nvSpPr>
        <p:spPr>
          <a:xfrm>
            <a:off x="6035040" y="2783226"/>
            <a:ext cx="978408" cy="484632"/>
          </a:xfrm>
          <a:prstGeom prst="rightArrow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FAA6B3-DDFC-4695-8121-BD1BB1152C4F}"/>
              </a:ext>
            </a:extLst>
          </p:cNvPr>
          <p:cNvGrpSpPr/>
          <p:nvPr/>
        </p:nvGrpSpPr>
        <p:grpSpPr>
          <a:xfrm>
            <a:off x="809437" y="2800359"/>
            <a:ext cx="5031915" cy="1741502"/>
            <a:chOff x="865919" y="2591098"/>
            <a:chExt cx="5031915" cy="174150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3B5FCC-8B3C-4265-87AE-46DB90B42761}"/>
                </a:ext>
              </a:extLst>
            </p:cNvPr>
            <p:cNvSpPr/>
            <p:nvPr/>
          </p:nvSpPr>
          <p:spPr>
            <a:xfrm>
              <a:off x="865924" y="4038736"/>
              <a:ext cx="5031910" cy="293864"/>
            </a:xfrm>
            <a:prstGeom prst="rect">
              <a:avLst/>
            </a:prstGeom>
            <a:solidFill>
              <a:srgbClr val="FFEFBD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CDM Common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484AE2B-3972-4F3A-BB5C-609F9CCDF8C6}"/>
                </a:ext>
              </a:extLst>
            </p:cNvPr>
            <p:cNvSpPr/>
            <p:nvPr/>
          </p:nvSpPr>
          <p:spPr>
            <a:xfrm>
              <a:off x="865921" y="3677036"/>
              <a:ext cx="5031913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Common CDM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3B51C73-300D-4505-963A-3BE62573B5DE}"/>
                </a:ext>
              </a:extLst>
            </p:cNvPr>
            <p:cNvSpPr/>
            <p:nvPr/>
          </p:nvSpPr>
          <p:spPr>
            <a:xfrm>
              <a:off x="865919" y="2591098"/>
              <a:ext cx="5031913" cy="2938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Model Apps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B28046C-497F-459A-9960-954468A2D851}"/>
                </a:ext>
              </a:extLst>
            </p:cNvPr>
            <p:cNvSpPr/>
            <p:nvPr/>
          </p:nvSpPr>
          <p:spPr>
            <a:xfrm>
              <a:off x="865921" y="2953638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Processes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93CCC5D-4DD3-414E-88F9-18BFF07A7FA6}"/>
                </a:ext>
              </a:extLst>
            </p:cNvPr>
            <p:cNvSpPr/>
            <p:nvPr/>
          </p:nvSpPr>
          <p:spPr>
            <a:xfrm>
              <a:off x="865920" y="3315337"/>
              <a:ext cx="5031911" cy="293864"/>
            </a:xfrm>
            <a:prstGeom prst="rect">
              <a:avLst/>
            </a:prstGeom>
            <a:solidFill>
              <a:srgbClr val="CFDB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Government Connection Roles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483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7C45B8-4983-4FFB-BD8B-B2F43686E476}"/>
              </a:ext>
            </a:extLst>
          </p:cNvPr>
          <p:cNvSpPr txBox="1"/>
          <p:nvPr/>
        </p:nvSpPr>
        <p:spPr>
          <a:xfrm>
            <a:off x="838199" y="291090"/>
            <a:ext cx="10515599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ERD : Government Common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9DB8AD-003D-460C-A27A-53CA1BDC7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923" y="1223778"/>
            <a:ext cx="8472464" cy="509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8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14AD8C473E0449A0DA760A71957366" ma:contentTypeVersion="6" ma:contentTypeDescription="Create a new document." ma:contentTypeScope="" ma:versionID="90b8350026ec162257c64662c44272c4">
  <xsd:schema xmlns:xsd="http://www.w3.org/2001/XMLSchema" xmlns:xs="http://www.w3.org/2001/XMLSchema" xmlns:p="http://schemas.microsoft.com/office/2006/metadata/properties" xmlns:ns2="1c4a4666-64b2-47b2-bd91-ec5d05ecbb6f" xmlns:ns3="b196be92-a4a2-4c09-88e7-95b6e7f07be4" targetNamespace="http://schemas.microsoft.com/office/2006/metadata/properties" ma:root="true" ma:fieldsID="0ae6562b78e8abf58b5c6f0e5969e9e5" ns2:_="" ns3:_="">
    <xsd:import namespace="1c4a4666-64b2-47b2-bd91-ec5d05ecbb6f"/>
    <xsd:import namespace="b196be92-a4a2-4c09-88e7-95b6e7f07b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4a4666-64b2-47b2-bd91-ec5d05ecbb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6be92-a4a2-4c09-88e7-95b6e7f07be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196be92-a4a2-4c09-88e7-95b6e7f07be4">
      <UserInfo>
        <DisplayName>David Reinhold</DisplayName>
        <AccountId>26</AccountId>
        <AccountType/>
      </UserInfo>
      <UserInfo>
        <DisplayName>Martin Wahl</DisplayName>
        <AccountId>10</AccountId>
        <AccountType/>
      </UserInfo>
      <UserInfo>
        <DisplayName>Rajya Bhaiya</DisplayName>
        <AccountId>11</AccountId>
        <AccountType/>
      </UserInfo>
      <UserInfo>
        <DisplayName>Oleg Ovanesyan</DisplayName>
        <AccountId>34</AccountId>
        <AccountType/>
      </UserInfo>
      <UserInfo>
        <DisplayName>Jeff Bernhardt</DisplayName>
        <AccountId>35</AccountId>
        <AccountType/>
      </UserInfo>
      <UserInfo>
        <DisplayName>Sara Nagy</DisplayName>
        <AccountId>20</AccountId>
        <AccountType/>
      </UserInfo>
      <UserInfo>
        <DisplayName>Bryan Schafer</DisplayName>
        <AccountId>13</AccountId>
        <AccountType/>
      </UserInfo>
      <UserInfo>
        <DisplayName>Shiva Rampally</DisplayName>
        <AccountId>36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D1F9ED13-BBFA-472A-A513-EEBAB9CAE5AF}">
  <ds:schemaRefs>
    <ds:schemaRef ds:uri="1c4a4666-64b2-47b2-bd91-ec5d05ecbb6f"/>
    <ds:schemaRef ds:uri="b196be92-a4a2-4c09-88e7-95b6e7f07be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82FE9DE-EC4D-4D98-9A33-0EBBC3CF7B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75DC10-FE95-440E-8B09-D2E9D4749B60}">
  <ds:schemaRefs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b196be92-a4a2-4c09-88e7-95b6e7f07be4"/>
    <ds:schemaRef ds:uri="1c4a4666-64b2-47b2-bd91-ec5d05ecbb6f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315</Words>
  <Application>Microsoft Office PowerPoint</Application>
  <PresentationFormat>Widescreen</PresentationFormat>
  <Paragraphs>118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 Foerch</dc:creator>
  <cp:lastModifiedBy>Amandeep Singh</cp:lastModifiedBy>
  <cp:revision>8</cp:revision>
  <cp:lastPrinted>2020-07-20T17:24:51Z</cp:lastPrinted>
  <dcterms:created xsi:type="dcterms:W3CDTF">2020-03-12T18:31:26Z</dcterms:created>
  <dcterms:modified xsi:type="dcterms:W3CDTF">2022-01-26T00:24:39Z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0x0101009A14AD8C473E0449A0DA760A71957366</vt:lpwstr>
  </property>
</Properties>
</file>